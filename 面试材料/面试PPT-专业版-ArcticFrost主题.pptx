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6F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专业面试演示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药代分析科学家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李三泰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8年抗体药物研发经验 | 大分子药物体外药效与PK生物分析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4937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治疗领域：疼痛 / GPCR / 免疫功能 / CNS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A6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个人定位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4114800"/>
          </a:xfrm>
          <a:prstGeom prst="rect">
            <a:avLst/>
          </a:prstGeom>
          <a:solidFill>
            <a:srgbClr val="D4E4F7"/>
          </a:solidFill>
          <a:ln w="25400">
            <a:solidFill>
              <a:srgbClr val="4A6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6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李三泰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体外药效研发人员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6FA5"/>
                </a:solidFill>
              </a:rPr>
              <a:t>核心能力：</a:t>
            </a:r>
            <a:endParaRPr lang="en-US" sz="16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多靶点体外药效研究</a:t>
            </a:r>
            <a:endParaRPr lang="en-US" sz="16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PK生物分析方法开发</a:t>
            </a:r>
            <a:endParaRPr lang="en-US" sz="16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• 从0到1建立评价体系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4A6FA5"/>
                </a:solidFill>
              </a:rPr>
              <a:t>工作风格：</a:t>
            </a:r>
            <a:endParaRPr lang="en-US" sz="16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结合项目需求，输出支持决策的数据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840480" cy="4114800"/>
          </a:xfrm>
          <a:prstGeom prst="rect">
            <a:avLst/>
          </a:prstGeom>
          <a:solidFill>
            <a:srgbClr val="D4E4F7"/>
          </a:solidFill>
          <a:ln w="25400">
            <a:solidFill>
              <a:srgbClr val="4A6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3716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6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本次汇报重点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0" y="2011680"/>
            <a:ext cx="3474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2103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6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方法建立能力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377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PK检测体系建立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标准曲线与QC优化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方法学验证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3017520"/>
            <a:ext cx="3474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3108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6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项目推进能力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3383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支持IND申报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跨部门协作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确保按时交付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4023360"/>
            <a:ext cx="3474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4114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6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问题解决能力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0" y="4389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发现分析问题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设计方案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优化流程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A6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工作经历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74320" cy="27432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371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6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2014-2018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6032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广东工业大学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560320" y="16916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制药工程 学士学位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274320" cy="27432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286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6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2018-2021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6032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上海迈石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60320" y="26060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体外药效研发人员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建立多个抗体项目体外功能与PK检测体系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支持多个项目申报IND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840480"/>
            <a:ext cx="274320" cy="27432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840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6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2021-至今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60320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达石药业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60320" y="41605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抗体研发人员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建立PK分析方法并进行验证检测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DS002申报IND，即将Ⅲ期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6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核心治疗领域：疼痛、神经、肿瘤、自免等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6F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E4F7"/>
                </a:solidFill>
              </a:rPr>
              <a:t>具备大分子药物体外药效与PK生物分析经验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D4E4F7"/>
                </a:solidFill>
              </a:rPr>
              <a:t>能独立建立PK检测体系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D4E4F7"/>
                </a:solidFill>
              </a:rPr>
              <a:t>熟悉方法学验证流程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D4E4F7"/>
                </a:solidFill>
              </a:rPr>
              <a:t>具备PK/PD协作与数据分析能力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D4E4F7"/>
                </a:solidFill>
              </a:rPr>
              <a:t>能支持从体外功能评价到PK/PD研究的数据闭环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4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4A6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谢谢观看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期待有机会合作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药代分析科学家专业面试演示</dc:title>
  <dc:subject>PptxGenJS Presentation</dc:subject>
  <dc:creator>李三泰</dc:creator>
  <cp:lastModifiedBy>李三泰</cp:lastModifiedBy>
  <cp:revision>1</cp:revision>
  <dcterms:created xsi:type="dcterms:W3CDTF">2026-05-17T14:26:57Z</dcterms:created>
  <dcterms:modified xsi:type="dcterms:W3CDTF">2026-05-17T14:26:57Z</dcterms:modified>
</cp:coreProperties>
</file>