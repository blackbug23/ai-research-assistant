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A6FA5"/>
                </a:solidFill>
              </a:defRPr>
            </a:pPr>
            <a:r>
              <a:t>自我介绍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282828"/>
                </a:solidFill>
              </a:defRPr>
            </a:pPr>
            <a:r>
              <a:t>应聘岗位：药代分析科学家</a:t>
            </a:r>
          </a:p>
          <a:p>
            <a:r>
              <a:t>应聘人：李三泰</a:t>
            </a:r>
          </a:p>
          <a:p/>
          <a:p>
            <a:r>
              <a:t>8年抗体药物早期研发经验，专注大分子药物体外药效与PK生物分析</a:t>
            </a:r>
          </a:p>
          <a:p/>
          <a:p>
            <a:r>
              <a:t>疼痛/GPCR/免疫功能/CNS方向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A6FA5"/>
                </a:solidFill>
              </a:defRPr>
            </a:pPr>
            <a:r>
              <a:t>肿瘤免疫项目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A6FA5"/>
                </a:solidFill>
              </a:defRPr>
            </a:pPr>
            <a:r>
              <a:t>肿瘤免疫功能分析平台建立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4A6FA5"/>
                </a:solidFill>
              </a:defRPr>
            </a:pPr>
            <a:r>
              <a:t>技术挑战：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</a:defRPr>
            </a:pPr>
            <a:r>
              <a:t>PBMC供体差异导致实验波动较大</a:t>
            </a:r>
          </a:p>
          <a:p>
            <a:r>
              <a:t>效靶比对功能结果影响明显</a:t>
            </a:r>
          </a:p>
          <a:p>
            <a:r>
              <a:t>细胞因子释放重复性不足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4A6FA5"/>
                </a:solidFill>
              </a:defRPr>
            </a:pPr>
            <a:r>
              <a:t>优化方案：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0175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</a:defRPr>
            </a:pPr>
            <a:r>
              <a:t>优化PBMC细胞状态与细胞密度</a:t>
            </a:r>
          </a:p>
          <a:p>
            <a:r>
              <a:t>优化效靶比与孵育时间</a:t>
            </a:r>
          </a:p>
          <a:p>
            <a:r>
              <a:t>优化Cytokine assay检测窗口与重复性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4A6FA5"/>
                </a:solidFill>
              </a:defRPr>
            </a:pPr>
            <a:r>
              <a:t>项目结果：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</a:defRPr>
            </a:pPr>
            <a:r>
              <a:t>建立稳定可重复的体外功能评价体系</a:t>
            </a:r>
          </a:p>
          <a:p>
            <a:r>
              <a:t>支持候选分子筛选</a:t>
            </a:r>
          </a:p>
          <a:p>
            <a:r>
              <a:t>支持PK/PD研究协作</a:t>
            </a:r>
          </a:p>
        </p:txBody>
      </p:sp>
      <p:sp>
        <p:nvSpPr>
          <p:cNvPr id="10" name="Straight Connector 9"/>
          <p:cNvSpPr/>
          <p:nvPr/>
        </p:nvSpPr>
        <p:spPr>
          <a:xfrm>
            <a:off x="4480560" y="2560320"/>
            <a:ext cx="18288" cy="2286000"/>
          </a:xfrm>
          <a:prstGeom prst="lineInv">
            <a:avLst/>
          </a:prstGeom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731520" y="4937760"/>
            <a:ext cx="7680960" cy="18288"/>
          </a:xfrm>
          <a:prstGeom prst="lineInv">
            <a:avLst/>
          </a:prstGeom>
          <a:ln w="254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A6FA5"/>
                </a:solidFill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7680960" cy="3200400"/>
          </a:xfrm>
          <a:prstGeom prst="roundRect">
            <a:avLst/>
          </a:prstGeom>
          <a:solidFill>
            <a:srgbClr val="D4E4F7"/>
          </a:solidFill>
          <a:ln w="254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282828"/>
                </a:solidFill>
              </a:defRPr>
            </a:pPr>
            <a:r>
              <a:t>具备大分子药物体外药效与PK生物分析经验</a:t>
            </a:r>
          </a:p>
          <a:p>
            <a:r>
              <a:t>能独立建立PK检测体系</a:t>
            </a:r>
          </a:p>
          <a:p>
            <a:r>
              <a:t>熟悉方法学验证流程</a:t>
            </a:r>
          </a:p>
          <a:p>
            <a:r>
              <a:t>具备PK/PD协作与数据分析能力</a:t>
            </a:r>
          </a:p>
          <a:p>
            <a:r>
              <a:t>能支持从体外功能评价到PK/PD研究的数据闭环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AFAF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FAFA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